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7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342132"/>
            <a:ext cx="11601450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Space Grotesk"/>
              </a:rPr>
              <a:t>Internship Evaluation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041153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06B6D4"/>
                </a:solidFill>
                <a:latin typeface="Space Grotesk"/>
              </a:rPr>
              <a:t>Ethical Hacking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944094"/>
            <a:ext cx="10810875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Candidate Name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Navya Mahajan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 SemiBold"/>
              </a:rPr>
              <a:t>Roll No.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2410030563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 SemiBold"/>
              </a:rPr>
              <a:t>Institution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IILM University, Greater Noida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 SemiBold"/>
              </a:rPr>
              <a:t>Programme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B.Tech CSE (Core)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Inter SemiBold"/>
              </a:rPr>
              <a:t>Duration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8 Weeks  |  Internship Completion: 12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944094"/>
            <a:ext cx="28575" cy="15716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5286375" cy="4829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57325"/>
            <a:ext cx="5286375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Candidate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25" y="1905000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Name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Navya Mahajan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600325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Roll No.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2410030563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295650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Institution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IILM University, Greater Noida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990975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Programme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B.Tech CSE (Core)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686300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Internship Domain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Ethical Hacking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5381625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Duration &amp; Certificate Issued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8 Weeks | 12 June 2026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466850"/>
            <a:ext cx="526732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17365"/>
            <a:ext cx="528637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About the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1457325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6B6D4"/>
                </a:solidFill>
                <a:latin typeface="Inter"/>
              </a:rPr>
              <a:t>A structured journey from cybersecurity fundamentals to practical security testing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26890"/>
            <a:ext cx="5267325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" y="2017365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Introduction to ethical hacking and cybersecurity landscapes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804070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Security fundamentals and understanding human-related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590776"/>
            <a:ext cx="4905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Malware concepts, behavior, and structural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103191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Network security fundamentals and secure communications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889896"/>
            <a:ext cx="4905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Navigating Kali Linux and foundational security-testing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5676602"/>
            <a:ext cx="4905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Web application vulnerability assessment methodologies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6189017"/>
            <a:ext cx="4905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Basic authorized penetration testing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6701432"/>
            <a:ext cx="4905375" cy="156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Application of knowledge through a Capstone project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36415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23120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09826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2241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08946"/>
            <a:ext cx="2095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695652"/>
            <a:ext cx="2095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208067"/>
            <a:ext cx="209550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720482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2115"/>
            <a:ext cx="3492400" cy="43643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922115"/>
            <a:ext cx="3492549" cy="43643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50" y="1922115"/>
            <a:ext cx="3492400" cy="4364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66825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06B6D4"/>
                </a:solidFill>
                <a:latin typeface="Inter"/>
              </a:rPr>
              <a:t>Bridging cybersecurity theory with practical security awareness and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03412" y="1931640"/>
            <a:ext cx="28575" cy="434533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21739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6775" y="3017490"/>
            <a:ext cx="251031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The Security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379440"/>
            <a:ext cx="29018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Modern systems, corporate networks, and web applications require continuous security assessment to preemptively discover and mitigate vulnerabilities before malicious actors can exploit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1638" y="1931640"/>
            <a:ext cx="28575" cy="434533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925" y="2217390"/>
            <a:ext cx="6096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4925" y="3017490"/>
            <a:ext cx="254031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The Learning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925" y="3379440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There exists a significant gap between understanding cybersecurity concepts theoretically in a classroom and actually applying structured security-testing methodologies in practical environments.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9863" y="1931640"/>
            <a:ext cx="28575" cy="434533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225" y="2217390"/>
            <a:ext cx="609600" cy="609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23225" y="3017490"/>
            <a:ext cx="26803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The Internship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25" y="3379440"/>
            <a:ext cx="290185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This internship addressed that gap by sequentially teaching ethical hacking fundamentals, networking, Kali Linux environments, and hands-on vulnerability assessment and penetration-testing concepts.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" y="2369790"/>
            <a:ext cx="3048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9225" y="2369790"/>
            <a:ext cx="3810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525" y="2369790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Internship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500" y="2316509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 the fundamentals of ethical hacking.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828925"/>
            <a:ext cx="4857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Learn core cybersecurity and information-security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615630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 the CIA Triad and common security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128045"/>
            <a:ext cx="4857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Study social engineering and human security vulnerabilities.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914751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 malware types, behaviour and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2316509"/>
            <a:ext cx="4857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Develop foundational networking and secure-communication knowledge.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3103215"/>
            <a:ext cx="4857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Become familiar with Kali Linux and security-testing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0" y="3889920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 web application vulnerability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4402335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Learn the fundamentals of authorized penetration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4914751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Apply the acquired concepts through a capstone project.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5559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7975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34680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47095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33801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335559"/>
            <a:ext cx="2095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122265"/>
            <a:ext cx="2095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908970"/>
            <a:ext cx="209550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421385"/>
            <a:ext cx="209550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933801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352425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457325"/>
            <a:ext cx="352425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457325"/>
            <a:ext cx="3524250" cy="2343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38600"/>
            <a:ext cx="3524250" cy="2343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4038600"/>
            <a:ext cx="3524250" cy="2343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4038600"/>
            <a:ext cx="3524250" cy="2343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Technologies &amp; Security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19337" y="1466850"/>
            <a:ext cx="28575" cy="2324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752600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6775" y="2457450"/>
            <a:ext cx="104013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Kali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2819400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Introduced to the industry-standard security-testing operating system and its environment.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1712" y="1466850"/>
            <a:ext cx="28575" cy="2324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1752600"/>
            <a:ext cx="609600" cy="609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29150" y="2457450"/>
            <a:ext cx="123015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Networking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2819400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Studied IP, ports, protocols, and foundational concepts of secure communications.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44087" y="1466850"/>
            <a:ext cx="28575" cy="2324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1752600"/>
            <a:ext cx="609600" cy="609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91525" y="2457450"/>
            <a:ext cx="145018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Web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1525" y="2819400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Covered basic web application vulnerability assessment and security testing principles.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9337" y="4048125"/>
            <a:ext cx="28575" cy="2324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333875"/>
            <a:ext cx="609600" cy="609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6775" y="5038725"/>
            <a:ext cx="212026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75" y="5400675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Understanding authorized testing methodologies and safe assessment workflows.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1712" y="4048125"/>
            <a:ext cx="28575" cy="2324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150" y="4333875"/>
            <a:ext cx="609600" cy="609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29150" y="5038725"/>
            <a:ext cx="29603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Malware Analysis Concepts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9150" y="5400675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Understanding various malware categories, their system behavior, and structural impact.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4087" y="4048125"/>
            <a:ext cx="28575" cy="2324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1525" y="4333875"/>
            <a:ext cx="609600" cy="609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91525" y="5038725"/>
            <a:ext cx="199024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2E8F0"/>
                </a:solidFill>
                <a:latin typeface="Space Grotesk"/>
              </a:rPr>
              <a:t>Social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1525" y="5400675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Understanding human-focused security risks and psychological manipulation techniques.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225" y="1905000"/>
            <a:ext cx="266700" cy="3048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450" y="1905000"/>
            <a:ext cx="381000" cy="304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3925" y="1905000"/>
            <a:ext cx="304800" cy="3048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175" y="4486275"/>
            <a:ext cx="304800" cy="3048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81550" y="4486275"/>
            <a:ext cx="304800" cy="3048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5825" y="4486275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5522"/>
            <a:ext cx="1455836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211" y="2035522"/>
            <a:ext cx="1455985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072" y="2035522"/>
            <a:ext cx="1455985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932" y="2035522"/>
            <a:ext cx="1455985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6793" y="2035522"/>
            <a:ext cx="1455985" cy="2857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653" y="2035522"/>
            <a:ext cx="1455985" cy="2857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514" y="2035522"/>
            <a:ext cx="1455985" cy="2857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018" y="2235547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5730" y="2235547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4590" y="2235547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451" y="2235547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311" y="2235547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1172" y="2235547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40032" y="2235547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Security Testing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907434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71575" y="5899844"/>
            <a:ext cx="7648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Crucial Rule: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Penetration testing and validation must </a:t>
            </a:r>
            <a:r>
              <a:rPr sz="1200" b="0" i="1" u="none">
                <a:solidFill>
                  <a:srgbClr val="F8FAFC"/>
                </a:solidFill>
                <a:latin typeface="Inter"/>
              </a:rPr>
              <a:t>only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be performed with explicit, written authorization.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2683222"/>
            <a:ext cx="115103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Information Gathering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178522"/>
            <a:ext cx="1151036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Collecting preliminary data about the target system or network architecture.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2611" y="2683222"/>
            <a:ext cx="11511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Security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2611" y="3178522"/>
            <a:ext cx="1151185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Analyzing the collected data to understand structural controls.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1472" y="2683222"/>
            <a:ext cx="11511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Vulnerability Identification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1472" y="3178522"/>
            <a:ext cx="1151185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Discovering potential security flaws and system weaknesses.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0332" y="2683222"/>
            <a:ext cx="115118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Validation / Authorized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0332" y="3378547"/>
            <a:ext cx="1151185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Controlled testing to verify if identified vulnerabilities are exploitable.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9193" y="2683222"/>
            <a:ext cx="11511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Risk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9193" y="2978497"/>
            <a:ext cx="1151185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Evaluating the potential business impact of verified vulnerabilities.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8053" y="2683222"/>
            <a:ext cx="11511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8053" y="2978497"/>
            <a:ext cx="1151185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Documenting findings with technical details and necessary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16914" y="2683222"/>
            <a:ext cx="11511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Space Grotesk"/>
              </a:rPr>
              <a:t>Remediation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6914" y="2978497"/>
            <a:ext cx="1151185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Providing actionable recommendations to patch and secure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2619375" cy="2224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457325"/>
            <a:ext cx="2619375" cy="2224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457325"/>
            <a:ext cx="2619375" cy="2224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1457325"/>
            <a:ext cx="2619375" cy="2224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62412"/>
            <a:ext cx="2619375" cy="22240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4062412"/>
            <a:ext cx="2619375" cy="22240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4062412"/>
            <a:ext cx="2619375" cy="22240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4062412"/>
            <a:ext cx="2619375" cy="22240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Methodology: 8-Week Journey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2000" y="1676400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895475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Ethical Hacking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213520"/>
            <a:ext cx="2238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Introduction to ethical hacking, cybersecurity concepts and security-testing fundamentals.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1875" y="1676400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875" y="1895475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Security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1875" y="2213520"/>
            <a:ext cx="2238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CIA Triad, authentication, authorization and common security risks.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1676400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1895475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Social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2213520"/>
            <a:ext cx="2238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Social engineering techniques and human factors in cybersecurity.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1676400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1895475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Malware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1625" y="2213520"/>
            <a:ext cx="2238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Types, behaviour, impact and basic defensive understanding.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4281487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500562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Network Essentials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818608"/>
            <a:ext cx="2238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Networking fundamentals and secure communication concepts.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1875" y="4281487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1875" y="4500562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Kali Linux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1875" y="4818608"/>
            <a:ext cx="2238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Introduction to Kali Linux and security-testing tools/environment.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4281487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4500562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Web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4818608"/>
            <a:ext cx="2238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Basic web application vulnerability assessment and penetration-testing concepts.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625" y="4281487"/>
            <a:ext cx="2238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B6D4"/>
                </a:solidFill>
                <a:latin typeface="Space Grotesk"/>
              </a:rPr>
              <a:t>WEEK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1625" y="4500562"/>
            <a:ext cx="223837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Capstone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1625" y="4818608"/>
            <a:ext cx="2238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Application of learned cybersecurity concepts through the internship capstone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92985"/>
            <a:ext cx="11049000" cy="1200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57325"/>
            <a:ext cx="5286375" cy="40499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457325"/>
            <a:ext cx="5286375" cy="4049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Web Application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6040635"/>
            <a:ext cx="1055370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F8FAFC"/>
                </a:solidFill>
                <a:latin typeface="Inter"/>
              </a:rPr>
              <a:t>Vulnerability Assessment</a:t>
            </a:r>
            <a:r>
              <a:rPr sz="1500" b="0" i="0" u="none">
                <a:solidFill>
                  <a:srgbClr val="F8FAFC"/>
                </a:solidFill>
                <a:latin typeface="Inter"/>
              </a:rPr>
              <a:t> → 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Identifies potential weaknesses</a:t>
            </a:r>
            <a:r>
              <a:t>
</a:t>
            </a:r>
            <a:r>
              <a:rPr sz="1500" b="1" i="0" u="none">
                <a:solidFill>
                  <a:srgbClr val="F8FAFC"/>
                </a:solidFill>
                <a:latin typeface="Inter"/>
              </a:rPr>
              <a:t>Penetration Testing</a:t>
            </a:r>
            <a:r>
              <a:rPr sz="1500" b="0" i="0" u="none">
                <a:solidFill>
                  <a:srgbClr val="F8FAFC"/>
                </a:solidFill>
                <a:latin typeface="Inter"/>
              </a:rPr>
              <a:t> → </a:t>
            </a:r>
            <a:r>
              <a:rPr sz="1500" b="0" i="0" u="none">
                <a:solidFill>
                  <a:srgbClr val="94A3B8"/>
                </a:solidFill>
                <a:latin typeface="Inter"/>
              </a:rPr>
              <a:t>Validates security weaknesses through controlled authorized testing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6847"/>
            <a:ext cx="28575" cy="403086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75260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6775" y="2552700"/>
            <a:ext cx="3200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6B6D4"/>
                </a:solidFill>
                <a:latin typeface="Space Grotesk"/>
              </a:rPr>
              <a:t>Vulnerability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3025" y="1466847"/>
            <a:ext cx="28575" cy="403086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752600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9400" y="2552700"/>
            <a:ext cx="249031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6B6D4"/>
                </a:solidFill>
                <a:latin typeface="Space Grotesk"/>
              </a:rPr>
              <a:t>Penetration Testing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" y="1905000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7775" y="3162300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Identifying potential weaknesses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775" y="3674715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Understanding security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75" y="4187130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Assessing vulnerabilities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4699545"/>
            <a:ext cx="2705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Documenting findings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0850" y="1905000"/>
            <a:ext cx="2667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0400" y="3162300"/>
            <a:ext cx="2552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Authorized security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3674715"/>
            <a:ext cx="2552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Validating vulnerabilities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4187130"/>
            <a:ext cx="2552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Understanding potential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4699545"/>
            <a:ext cx="2552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Reporting and remediation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3181350"/>
            <a:ext cx="20955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3693765"/>
            <a:ext cx="209550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4206180"/>
            <a:ext cx="209550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4718595"/>
            <a:ext cx="209550" cy="2190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181350"/>
            <a:ext cx="209550" cy="2190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3693765"/>
            <a:ext cx="209550" cy="2190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206180"/>
            <a:ext cx="209550" cy="2190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4718595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7897"/>
            <a:ext cx="11049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Technical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862" y="5376862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62337" y="5369272"/>
            <a:ext cx="56388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8FAFC"/>
                </a:solidFill>
                <a:latin typeface="Inter"/>
              </a:rPr>
              <a:t>Note: All security testing must be performed </a:t>
            </a:r>
            <a:r>
              <a:rPr sz="1200" b="1" i="0" u="none">
                <a:solidFill>
                  <a:srgbClr val="F8FAFC"/>
                </a:solidFill>
                <a:latin typeface="Inter"/>
              </a:rPr>
              <a:t>only in authorized environments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1275" y="3038623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50" y="2752873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0175" y="3467248"/>
            <a:ext cx="5524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33948"/>
            <a:ext cx="14287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Cybersecurity fundamentals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055" y="2952005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8430" y="2666255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53655" y="3380630"/>
            <a:ext cx="781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9805" y="3647330"/>
            <a:ext cx="14287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Understand systems, networks and applications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835" y="3038623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210" y="2752873"/>
            <a:ext cx="571500" cy="57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88110" y="3467248"/>
            <a:ext cx="647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ASSESS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7585" y="3733948"/>
            <a:ext cx="14287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Identify potential vulnerabilities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616" y="2952005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991" y="2666255"/>
            <a:ext cx="571500" cy="571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0666" y="3380630"/>
            <a:ext cx="4381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5366" y="3647330"/>
            <a:ext cx="14287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Perform controlled and authorized security testing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396" y="3038623"/>
            <a:ext cx="952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771" y="2752873"/>
            <a:ext cx="571500" cy="571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52221" y="3467248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3146" y="3733948"/>
            <a:ext cx="14287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Record observations and findings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9552" y="2666255"/>
            <a:ext cx="571500" cy="571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29527" y="3380630"/>
            <a:ext cx="9715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Inter"/>
              </a:rPr>
              <a:t>REMEDIATE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0927" y="3647330"/>
            <a:ext cx="142875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Understand mitigation and security improvement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7812" y="2924323"/>
            <a:ext cx="257175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9880" y="2837705"/>
            <a:ext cx="228600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1153" y="2837705"/>
            <a:ext cx="257175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1796" y="2924323"/>
            <a:ext cx="1714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1002" y="2837705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Key 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500" y="2197447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Stronger understanding of ethical hacking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709862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Improved cybersecurity awareness.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222277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Understanding of security risks and vulnerabilities.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734692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Knowledge of social engineering and human security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247108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Understanding of malware categories and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759523"/>
            <a:ext cx="4857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Better networking and secure-communication fundamentals.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2197447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Familiarity with Kali Linux security-testing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0" y="2709862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Understanding of web application vulnerabilities.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3222277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Foundational knowledge of penetration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734692"/>
            <a:ext cx="48577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Improved analytical and problem-solving approach.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4247108"/>
            <a:ext cx="48577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2E8F0"/>
                </a:solidFill>
                <a:latin typeface="Inter"/>
              </a:rPr>
              <a:t>Better understanding of cybersecurity reporting and remediation.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6497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8912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41327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53742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66158"/>
            <a:ext cx="2095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78573"/>
            <a:ext cx="2095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216497"/>
            <a:ext cx="209550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728912"/>
            <a:ext cx="209550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241327"/>
            <a:ext cx="209550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753742"/>
            <a:ext cx="20955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4266158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5381625" cy="26419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57325"/>
            <a:ext cx="5381625" cy="26419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85071"/>
            <a:ext cx="5381625" cy="26419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385071"/>
            <a:ext cx="5381625" cy="2641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Skills Developed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8025" y="1466850"/>
            <a:ext cx="28575" cy="262294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6775" y="1752600"/>
            <a:ext cx="50306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B6D4"/>
                </a:solidFill>
                <a:latin typeface="Space Grotesk"/>
              </a:rPr>
              <a:t>CYBERSECURITY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6775" y="2114550"/>
            <a:ext cx="4791075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15400" y="1466850"/>
            <a:ext cx="28575" cy="262294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4150" y="1752600"/>
            <a:ext cx="50306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B6D4"/>
                </a:solidFill>
                <a:latin typeface="Space Grotesk"/>
              </a:rPr>
              <a:t>NETWORKING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4150" y="2114550"/>
            <a:ext cx="4791075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8025" y="4394596"/>
            <a:ext cx="28575" cy="262294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6775" y="4680346"/>
            <a:ext cx="50306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B6D4"/>
                </a:solidFill>
                <a:latin typeface="Space Grotesk"/>
              </a:rPr>
              <a:t>WEB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775" y="5042296"/>
            <a:ext cx="4791075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15400" y="4394596"/>
            <a:ext cx="28575" cy="262294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4150" y="4680346"/>
            <a:ext cx="50306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B6D4"/>
                </a:solidFill>
                <a:latin typeface="Space Grotesk"/>
              </a:rPr>
              <a:t>PROFESSIONAL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4150" y="5042296"/>
            <a:ext cx="4791075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47775" y="2371725"/>
            <a:ext cx="21431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Ethical Hacking Fundamentals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775" y="2729805"/>
            <a:ext cx="21431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Security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775" y="3087885"/>
            <a:ext cx="21431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Vulnerability Identification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7775" y="3445966"/>
            <a:ext cx="21431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Security Awareness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371725"/>
            <a:ext cx="1666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Network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5150" y="2729805"/>
            <a:ext cx="1666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Protocols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3087885"/>
            <a:ext cx="1666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5150" y="3445966"/>
            <a:ext cx="16668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Secure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7775" y="5299471"/>
            <a:ext cx="21050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Vulnerability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7775" y="5657552"/>
            <a:ext cx="21050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Web Security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7775" y="6015632"/>
            <a:ext cx="21050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Penetration Testing Concepts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5150" y="5299471"/>
            <a:ext cx="18097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Analytical Thinking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5150" y="5657552"/>
            <a:ext cx="18097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Problem Solving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5150" y="6015632"/>
            <a:ext cx="18097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Technical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5150" y="6373713"/>
            <a:ext cx="18097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E2E8F0"/>
                </a:solidFill>
                <a:latin typeface="Inter"/>
              </a:rPr>
              <a:t>Security Mindset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390775"/>
            <a:ext cx="209550" cy="2190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48855"/>
            <a:ext cx="209550" cy="2190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106935"/>
            <a:ext cx="209550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465016"/>
            <a:ext cx="209550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390775"/>
            <a:ext cx="209550" cy="219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748855"/>
            <a:ext cx="209550" cy="2190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106935"/>
            <a:ext cx="209550" cy="2190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465016"/>
            <a:ext cx="209550" cy="2190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5318521"/>
            <a:ext cx="209550" cy="2190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5676602"/>
            <a:ext cx="209550" cy="2190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6034682"/>
            <a:ext cx="209550" cy="2190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5318521"/>
            <a:ext cx="209550" cy="2190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5676602"/>
            <a:ext cx="209550" cy="2190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6034682"/>
            <a:ext cx="209550" cy="2190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6392763"/>
            <a:ext cx="2095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57325"/>
            <a:ext cx="5286375" cy="4829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57325"/>
            <a:ext cx="5286375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Certification &amp; Credentials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25" y="2252662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Issuer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EduSkills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947987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Domain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Ethical Hacking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643312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Duration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8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338637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Issued On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Jun 12,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033962"/>
            <a:ext cx="4505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6B6D4"/>
                </a:solidFill>
                <a:latin typeface="Inter SemiBold"/>
              </a:rPr>
              <a:t>Certificate ID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Inter Medium"/>
              </a:rPr>
              <a:t>2026-C0C67193F2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175" y="1476375"/>
            <a:ext cx="5248275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565177"/>
            <a:ext cx="10382250" cy="790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20690" y="1370707"/>
            <a:ext cx="4950618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06B6D4"/>
                </a:solidFill>
                <a:latin typeface="Space Grotesk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1425" y="2723257"/>
            <a:ext cx="46291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8FAFC"/>
                </a:solidFill>
                <a:latin typeface="Inter"/>
              </a:rPr>
              <a:t>Thank you for your time and consideration.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0175" y="4736752"/>
            <a:ext cx="17716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06B6D4"/>
                </a:solidFill>
                <a:latin typeface="Inter"/>
              </a:rPr>
              <a:t>Ethical Hacking Intern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3874740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3550" y="3860452"/>
            <a:ext cx="1247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Navya Mahajan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3874740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76650" y="3860452"/>
            <a:ext cx="1533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B.Tech CSE (Core)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1175" y="3874740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7875" y="3860452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IILM University, Greater Noida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275" y="3874740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3025" y="3860452"/>
            <a:ext cx="17430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Roll No.: 2410030563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45732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24209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2325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325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0173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173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6748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1600200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http://googleusercontent.com/image_collection/image_retrieval/4356355970277335250_0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84591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www.freepik.com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91519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2384970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http://googleusercontent.com/image_collection/image_retrieval/12620672841618559501_0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3068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76289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3169741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http://googleusercontent.com/image_collection/image_retrieval/9424392813336022257_0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3415456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5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10763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06748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6875" y="1600200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https://cdn.vectorstock.com/i/1000v/75/75/student-icon-female-person-profile-avatar-vector-25957575.jpg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184591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www.vectorstock.com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958</Words>
  <Application>Microsoft Office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Inter</vt:lpstr>
      <vt:lpstr>Inter Medium</vt:lpstr>
      <vt:lpstr>Inter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Navya Mahajan</cp:lastModifiedBy>
  <cp:revision>1</cp:revision>
  <dcterms:created xsi:type="dcterms:W3CDTF">2013-01-27T09:14:16Z</dcterms:created>
  <dcterms:modified xsi:type="dcterms:W3CDTF">2026-09-10T19:08:56Z</dcterms:modified>
  <cp:category/>
</cp:coreProperties>
</file>